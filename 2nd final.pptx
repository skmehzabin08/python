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6" r:id="rId1"/>
  </p:sldMasterIdLst>
  <p:sldIdLst>
    <p:sldId id="273" r:id="rId2"/>
    <p:sldId id="274" r:id="rId3"/>
    <p:sldId id="275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82" y="97104"/>
            <a:ext cx="3100768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3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486" y="4492488"/>
            <a:ext cx="2512313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2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80410" y="0"/>
            <a:ext cx="586359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2484" y="6338704"/>
            <a:ext cx="16475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787752" y="6338704"/>
            <a:ext cx="1044434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832186" y="6342302"/>
            <a:ext cx="32190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12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485" y="1709862"/>
            <a:ext cx="8222742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257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84792" y="1411359"/>
            <a:ext cx="2916308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3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84791" y="4403039"/>
            <a:ext cx="2916308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2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5568204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84791" y="6343956"/>
            <a:ext cx="157536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25890" y="6343956"/>
            <a:ext cx="110637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2050" y="6343956"/>
            <a:ext cx="32190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614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486" y="1143001"/>
            <a:ext cx="6512815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486" y="4498848"/>
            <a:ext cx="5161093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35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9486" y="6343956"/>
            <a:ext cx="210405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66132" y="6343956"/>
            <a:ext cx="215629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71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8" y="1869104"/>
            <a:ext cx="7002782" cy="4906929"/>
          </a:xfrm>
        </p:spPr>
        <p:txBody>
          <a:bodyPr>
            <a:normAutofit/>
          </a:bodyPr>
          <a:lstStyle>
            <a:lvl1pPr>
              <a:defRPr sz="55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9486" y="137389"/>
            <a:ext cx="210405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0447" y="137389"/>
            <a:ext cx="165198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0323" y="137389"/>
            <a:ext cx="32190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9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4" y="105196"/>
            <a:ext cx="6767671" cy="211339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9485" y="2484255"/>
            <a:ext cx="6350669" cy="353951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350"/>
            </a:lvl1pPr>
            <a:lvl2pPr marL="514350" indent="-342900">
              <a:buFont typeface="+mj-lt"/>
              <a:buAutoNum type="arabicPeriod"/>
              <a:defRPr sz="1200"/>
            </a:lvl2pPr>
            <a:lvl3pPr marL="600075" indent="-257175">
              <a:buFont typeface="+mj-lt"/>
              <a:buAutoNum type="arabicPeriod"/>
              <a:defRPr sz="1050"/>
            </a:lvl3pPr>
            <a:lvl4pPr marL="771525" indent="-257175">
              <a:buFont typeface="+mj-lt"/>
              <a:buAutoNum type="arabicPeriod"/>
              <a:defRPr sz="1050"/>
            </a:lvl4pPr>
            <a:lvl5pPr marL="942975" indent="-257175">
              <a:buFont typeface="+mj-lt"/>
              <a:buAutoNum type="arabicPeriod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65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0758" y="73742"/>
            <a:ext cx="5147622" cy="222072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3424193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1" y="2726268"/>
            <a:ext cx="4437380" cy="343678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500"/>
            </a:lvl1pPr>
            <a:lvl2pPr marL="428625" indent="-257175">
              <a:buFont typeface="+mj-lt"/>
              <a:buAutoNum type="arabicPeriod"/>
              <a:defRPr sz="1350"/>
            </a:lvl2pPr>
            <a:lvl3pPr marL="600075" indent="-257175">
              <a:buFont typeface="+mj-lt"/>
              <a:buAutoNum type="arabicPeriod"/>
              <a:defRPr sz="1200"/>
            </a:lvl3pPr>
            <a:lvl4pPr marL="771525" indent="-257175">
              <a:buFont typeface="+mj-lt"/>
              <a:buAutoNum type="arabicPeriod"/>
              <a:defRPr sz="1050"/>
            </a:lvl4pPr>
            <a:lvl5pPr>
              <a:buFont typeface="+mj-lt"/>
              <a:buAutoNum type="arabicPeriod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0" y="6343956"/>
            <a:ext cx="223905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51915" y="6343956"/>
            <a:ext cx="1164831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0323" y="6343956"/>
            <a:ext cx="32190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344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09" y="1388700"/>
            <a:ext cx="2942591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67008" y="1389135"/>
            <a:ext cx="4534043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030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4" y="707550"/>
            <a:ext cx="2512316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875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86151" y="708184"/>
            <a:ext cx="5196077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74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7009" y="612648"/>
            <a:ext cx="4819792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420341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68027" y="1978488"/>
            <a:ext cx="4814201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67008" y="6343956"/>
            <a:ext cx="252367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773035" y="6343956"/>
            <a:ext cx="154560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360323" y="6343956"/>
            <a:ext cx="32190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640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126" y="474177"/>
            <a:ext cx="5212674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017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74126" y="1627632"/>
            <a:ext cx="5212674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474126" y="6343956"/>
            <a:ext cx="256718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709275" y="6343956"/>
            <a:ext cx="161315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360323" y="6343956"/>
            <a:ext cx="32190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751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5" y="475488"/>
            <a:ext cx="51435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485" y="1627632"/>
            <a:ext cx="51435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59486" y="6346871"/>
            <a:ext cx="210405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086890" y="6346871"/>
            <a:ext cx="21941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281081" y="6346871"/>
            <a:ext cx="32190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8800" y="0"/>
            <a:ext cx="30752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53569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7" y="420623"/>
            <a:ext cx="3370642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582" y="1975104"/>
            <a:ext cx="3370547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9582" y="6343956"/>
            <a:ext cx="157396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10239" y="6343956"/>
            <a:ext cx="117977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97494" y="6343956"/>
            <a:ext cx="3219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4196" y="0"/>
            <a:ext cx="489980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6690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773" y="429768"/>
            <a:ext cx="27432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867" y="2315570"/>
            <a:ext cx="27432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1773" y="6343956"/>
            <a:ext cx="12280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027585" y="6343956"/>
            <a:ext cx="71232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739910" y="6343956"/>
            <a:ext cx="32190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671316" y="0"/>
            <a:ext cx="547268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084712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6046" y="929555"/>
            <a:ext cx="2024441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1875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244742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66791" y="3011335"/>
            <a:ext cx="202001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171450" indent="0">
              <a:buNone/>
              <a:defRPr lang="en-US" dirty="0"/>
            </a:lvl2pPr>
            <a:lvl3pPr marL="342900" indent="0">
              <a:buNone/>
              <a:defRPr lang="en-US" dirty="0"/>
            </a:lvl3pPr>
            <a:lvl4pPr marL="514350" indent="0">
              <a:buNone/>
              <a:defRPr lang="en-US" dirty="0"/>
            </a:lvl4pPr>
            <a:lvl5pPr marL="685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66046" y="6343956"/>
            <a:ext cx="105334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9392" y="6343956"/>
            <a:ext cx="64093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0323" y="6343956"/>
            <a:ext cx="32190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332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4" y="4162318"/>
            <a:ext cx="2283716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875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9144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91778" y="4162319"/>
            <a:ext cx="5595022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171450" indent="0">
              <a:buNone/>
              <a:defRPr lang="en-US" dirty="0"/>
            </a:lvl2pPr>
            <a:lvl3pPr marL="342900" indent="0">
              <a:buNone/>
              <a:defRPr lang="en-US" dirty="0"/>
            </a:lvl3pPr>
            <a:lvl4pPr marL="514350" indent="0">
              <a:buNone/>
              <a:defRPr lang="en-US" dirty="0"/>
            </a:lvl4pPr>
            <a:lvl5pPr marL="685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2787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559341"/>
            <a:ext cx="8227315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486" y="1912399"/>
            <a:ext cx="3477952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59485" y="6343956"/>
            <a:ext cx="19821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02916" y="1912939"/>
            <a:ext cx="4306494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264947" y="6343956"/>
            <a:ext cx="10872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352220" y="6343956"/>
            <a:ext cx="33229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396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706802"/>
            <a:ext cx="3504438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0352" y="2173850"/>
            <a:ext cx="3423572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29172" y="732156"/>
            <a:ext cx="4257629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2960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4893733"/>
            <a:ext cx="7321551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195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7220" y="484095"/>
            <a:ext cx="7907274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025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434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1133856"/>
            <a:ext cx="798957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449" y="42335"/>
            <a:ext cx="863777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171450" indent="0">
              <a:lnSpc>
                <a:spcPct val="90000"/>
              </a:lnSpc>
              <a:buNone/>
              <a:defRPr sz="5400" b="1"/>
            </a:lvl2pPr>
            <a:lvl3pPr marL="342900" indent="0">
              <a:lnSpc>
                <a:spcPct val="90000"/>
              </a:lnSpc>
              <a:buNone/>
              <a:defRPr sz="4950" b="1"/>
            </a:lvl3pPr>
            <a:lvl4pPr marL="514350" indent="0">
              <a:lnSpc>
                <a:spcPct val="90000"/>
              </a:lnSpc>
              <a:buNone/>
              <a:defRPr sz="4500" b="1"/>
            </a:lvl4pPr>
            <a:lvl5pPr marL="685800" indent="0">
              <a:lnSpc>
                <a:spcPct val="90000"/>
              </a:lnSpc>
              <a:buNone/>
              <a:defRPr sz="405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381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4712" y="5029200"/>
            <a:ext cx="6899148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5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24712" y="1188720"/>
            <a:ext cx="6899148" cy="3332480"/>
          </a:xfrm>
        </p:spPr>
        <p:txBody>
          <a:bodyPr anchor="ctr">
            <a:normAutofit/>
          </a:bodyPr>
          <a:lstStyle>
            <a:lvl1pPr marL="123444" indent="-123444">
              <a:lnSpc>
                <a:spcPct val="100000"/>
              </a:lnSpc>
              <a:spcBef>
                <a:spcPts val="0"/>
              </a:spcBef>
              <a:buNone/>
              <a:defRPr sz="36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3584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512064"/>
            <a:ext cx="8055864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9581" y="1825625"/>
            <a:ext cx="380619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08923" y="1825625"/>
            <a:ext cx="3806428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0912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12064"/>
            <a:ext cx="8059341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85735"/>
            <a:ext cx="380619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387600"/>
            <a:ext cx="3806429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0351" y="1685735"/>
            <a:ext cx="380619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09874" y="2387600"/>
            <a:ext cx="3806667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3334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512064"/>
            <a:ext cx="8222742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500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478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" y="89808"/>
            <a:ext cx="8596502" cy="251460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9581" y="3118757"/>
            <a:ext cx="8222646" cy="2620736"/>
          </a:xfrm>
        </p:spPr>
        <p:txBody>
          <a:bodyPr/>
          <a:lstStyle>
            <a:lvl1pPr marL="0" indent="0">
              <a:buNone/>
              <a:defRPr/>
            </a:lvl1pPr>
            <a:lvl2pPr marL="171450" indent="0">
              <a:buNone/>
              <a:defRPr/>
            </a:lvl2pPr>
            <a:lvl3pPr marL="342900" indent="0">
              <a:buNone/>
              <a:defRPr/>
            </a:lvl3pPr>
            <a:lvl4pPr marL="51435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162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1627318"/>
            <a:ext cx="6323075" cy="1842020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582" y="3622674"/>
            <a:ext cx="6322979" cy="1608008"/>
          </a:xfrm>
        </p:spPr>
        <p:txBody>
          <a:bodyPr>
            <a:normAutofit/>
          </a:bodyPr>
          <a:lstStyle>
            <a:lvl1pPr marL="0" indent="0">
              <a:buNone/>
              <a:defRPr sz="1350"/>
            </a:lvl1pPr>
            <a:lvl2pPr marL="171450" indent="0">
              <a:buNone/>
              <a:defRPr sz="1200"/>
            </a:lvl2pPr>
            <a:lvl3pPr marL="342900" indent="0">
              <a:buNone/>
              <a:defRPr sz="1050"/>
            </a:lvl3pPr>
            <a:lvl4pPr marL="514350" indent="0">
              <a:buNone/>
              <a:defRPr sz="1050"/>
            </a:lvl4pPr>
            <a:lvl5pPr marL="685800" indent="0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8445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7" y="514650"/>
            <a:ext cx="8222741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9485" y="1709862"/>
            <a:ext cx="8222742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9486" y="6343956"/>
            <a:ext cx="21040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70447" y="6343956"/>
            <a:ext cx="1651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60323" y="6343956"/>
            <a:ext cx="3219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247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</p:sldLayoutIdLst>
  <p:txStyles>
    <p:titleStyle>
      <a:lvl1pPr algn="l" defTabSz="685800" rtl="0" eaLnBrk="1" latinLnBrk="0" hangingPunct="1">
        <a:lnSpc>
          <a:spcPct val="95000"/>
        </a:lnSpc>
        <a:spcBef>
          <a:spcPct val="0"/>
        </a:spcBef>
        <a:buNone/>
        <a:defRPr sz="2100" b="1" kern="1200" spc="-23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77438-21ED-A831-1841-905937FC5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2</a:t>
            </a:r>
            <a:r>
              <a:rPr lang="en-IN" sz="3200" baseline="30000" dirty="0"/>
              <a:t>nd</a:t>
            </a:r>
            <a:r>
              <a:rPr lang="en-IN" sz="3200" dirty="0"/>
              <a:t> level Code:-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7E33F8-B031-AE4B-F94A-B59570E36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481328"/>
            <a:ext cx="82296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019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A0E08-102A-E3CE-93F7-81A0EC72C9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190" y="0"/>
            <a:ext cx="6512815" cy="1014984"/>
          </a:xfrm>
        </p:spPr>
        <p:txBody>
          <a:bodyPr>
            <a:normAutofit/>
          </a:bodyPr>
          <a:lstStyle/>
          <a:p>
            <a:r>
              <a:rPr lang="en-IN" dirty="0"/>
              <a:t>Flowchart:-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F6DF32-44BE-1222-33CC-3107B811D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5620579" y="4498848"/>
            <a:ext cx="45719" cy="45719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5AD9E9-3A87-430F-4665-7EF93A40E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60206"/>
            <a:ext cx="4572000" cy="569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953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99D4-52B6-8469-E21B-40DFF5ABA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828" y="157514"/>
            <a:ext cx="6512815" cy="823451"/>
          </a:xfrm>
        </p:spPr>
        <p:txBody>
          <a:bodyPr/>
          <a:lstStyle/>
          <a:p>
            <a:r>
              <a:rPr lang="en-IN" dirty="0"/>
              <a:t>Changes:-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E679F6-9560-33E8-8C5E-D23BBBD6F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5240594" y="5513831"/>
            <a:ext cx="379985" cy="45719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44D586-2596-E0C0-CFBA-AFEE0BA51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2025"/>
            <a:ext cx="9144000" cy="5146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14164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205</TotalTime>
  <Words>8</Words>
  <Application>Microsoft Office PowerPoint</Application>
  <PresentationFormat>On-screen Show (4:3)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Neue Haas Grotesk Text Pro</vt:lpstr>
      <vt:lpstr>Helena</vt:lpstr>
      <vt:lpstr>2nd level Code:-</vt:lpstr>
      <vt:lpstr>Flowchart:-</vt:lpstr>
      <vt:lpstr>Changes:-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Mehzabin</dc:creator>
  <cp:keywords/>
  <dc:description>generated using python-pptx</dc:description>
  <cp:lastModifiedBy>Mehzabin Chhaware</cp:lastModifiedBy>
  <cp:revision>5</cp:revision>
  <dcterms:created xsi:type="dcterms:W3CDTF">2013-01-27T09:14:16Z</dcterms:created>
  <dcterms:modified xsi:type="dcterms:W3CDTF">2026-10-07T15:48:03Z</dcterms:modified>
  <cp:category/>
</cp:coreProperties>
</file>