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4" r:id="rId10"/>
    <p:sldId id="271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Experiential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Project Assessment-I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00000"/>
                </a:solidFill>
                <a:latin typeface="Times New Roman"/>
              </a:defRPr>
            </a:pPr>
            <a:r>
              <a:t>“File Encryption/Decryption Tool”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56231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FF"/>
                </a:solidFill>
                <a:latin typeface="Times New Roman"/>
              </a:defRPr>
            </a:pPr>
            <a:r>
              <a:t>under the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FF"/>
                </a:solidFill>
                <a:latin typeface="Times New Roman"/>
              </a:defRPr>
            </a:pPr>
            <a:r>
              <a:t>Python Programming Language (N-PCCCM304P)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215411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Times New Roman"/>
              </a:defRPr>
            </a:pPr>
            <a:r>
              <a:rPr dirty="0"/>
              <a:t>Presented By:</a:t>
            </a:r>
          </a:p>
          <a:p>
            <a:pPr>
              <a:defRPr sz="1600" b="1">
                <a:latin typeface="Times New Roman"/>
              </a:defRPr>
            </a:pPr>
            <a:r>
              <a:rPr dirty="0"/>
              <a:t>MEHZABIN</a:t>
            </a:r>
            <a:endParaRPr lang="en-US" dirty="0"/>
          </a:p>
          <a:p>
            <a:pPr>
              <a:defRPr sz="1600" b="1">
                <a:latin typeface="Times New Roman"/>
              </a:defRPr>
            </a:pPr>
            <a:r>
              <a:rPr dirty="0"/>
              <a:t>HABIB CHHAWARE</a:t>
            </a:r>
          </a:p>
          <a:p>
            <a:pPr>
              <a:defRPr sz="1600" b="1">
                <a:latin typeface="Times New Roman"/>
              </a:defRPr>
            </a:pPr>
            <a:r>
              <a:rPr dirty="0"/>
              <a:t>CM25028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1" y="2514600"/>
            <a:ext cx="1143000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9643" y="2578608"/>
            <a:ext cx="20681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latin typeface="Times New Roman"/>
              </a:defRPr>
            </a:pPr>
            <a:r>
              <a:rPr dirty="0"/>
              <a:t>Under the Guidance</a:t>
            </a:r>
          </a:p>
          <a:p>
            <a:pPr algn="ctr">
              <a:defRPr sz="1600" b="1">
                <a:latin typeface="Times New Roman"/>
              </a:defRPr>
            </a:pPr>
            <a:r>
              <a:rPr dirty="0"/>
              <a:t>of</a:t>
            </a:r>
          </a:p>
          <a:p>
            <a:pPr algn="ctr">
              <a:defRPr sz="1600" b="1">
                <a:latin typeface="Times New Roman"/>
              </a:defRPr>
            </a:pPr>
            <a:r>
              <a:rPr lang="en-US" dirty="0" err="1"/>
              <a:t>Ms.Suchita</a:t>
            </a:r>
            <a:r>
              <a:rPr lang="en-US" dirty="0"/>
              <a:t> Meshram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345643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Session:2026-27 (ODD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5855" y="3749039"/>
            <a:ext cx="29722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Department of CSE(AI&amp;ML)</a:t>
            </a:r>
            <a:r>
              <a:rPr lang="en-US" dirty="0"/>
              <a:t> B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S. B. JAIN INSTITUTE OF TECHNOLOGY MANAGEMENT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52544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Times New Roman"/>
              </a:defRPr>
            </a:pPr>
            <a:r>
              <a:t>RESEARCH,NAGPUR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t>An Autonomous Institute, Affiliated to RTMNU,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20954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3200" dirty="0"/>
              <a:t>Contents</a:t>
            </a:r>
            <a:r>
              <a:rPr lang="en-US" sz="3200" dirty="0"/>
              <a:t>:</a:t>
            </a:r>
            <a:endParaRPr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484632" y="1710321"/>
            <a:ext cx="758952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Problem statement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Objectives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Algorithm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Flowchart/pseudocode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Understanding of Python logic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GitHub account, repository creation, uploading code, meaningful commits, collaboration, individual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509145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3600" dirty="0"/>
              <a:t>1. Problem Statement</a:t>
            </a:r>
            <a:r>
              <a:rPr lang="en-US" sz="4400" dirty="0"/>
              <a:t>:</a:t>
            </a:r>
            <a:endParaRPr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1900084"/>
            <a:ext cx="758952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Important files may contain confidential or sensitive information.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Storing files in plain text can make their contents accessible to unauthorized users.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There is a need for a simple method to protect files using encryption.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The project converts the original file into an unreadable encrypted format.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A secret key is required to encrypt and decrypt the file.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Only a user with the correct key should be able to restore the original file.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The project demonstrates practical implementation of file security and encryption using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24833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3200" dirty="0"/>
              <a:t>2.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554480"/>
            <a:ext cx="75895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develop a simple File Encryption and Decryption Tool using Python.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protect files from unauthorized access.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encrypt the contents of a selected file using a secret key.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decrypt the encrypted file using the correct key.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ensure that incorrect keys cannot successfully restore the original content.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understand the practical use of cryptography in Python.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sz="2000" dirty="0"/>
              <a:t>• To implement file handling, encryption, decryption and key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dirty="0"/>
              <a:t>3.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00876"/>
            <a:ext cx="7680960" cy="277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1. Start the program.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2. Select the required operation: Encryption or Decryption.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3. Enter the file name/path.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4. Generate or load the secret key.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5. Read the contents of the file.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6. For encryption, transform the original data into encrypted data using the key.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7. Save the encrypted data into an output file.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8. For decryption, read the encrypted file and use the correct key to restore the original data.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9. Display the success or error message.</a:t>
            </a:r>
          </a:p>
          <a:p>
            <a:pPr>
              <a:spcAft>
                <a:spcPts val="500"/>
              </a:spcAft>
              <a:defRPr sz="1370">
                <a:solidFill>
                  <a:srgbClr val="000000"/>
                </a:solidFill>
                <a:latin typeface="Arial"/>
              </a:defRPr>
            </a:pPr>
            <a:r>
              <a:rPr dirty="0"/>
              <a:t>10. Stop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t>4. Flowchart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914400"/>
            <a:ext cx="3017520" cy="393192"/>
          </a:xfrm>
          <a:prstGeom prst="roundRect">
            <a:avLst/>
          </a:prstGeom>
          <a:solidFill>
            <a:srgbClr val="E0EFD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417320"/>
            <a:ext cx="3017520" cy="393192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1. Select Encryption / Decryption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920240"/>
            <a:ext cx="3017520" cy="393192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2. Enter File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423160"/>
            <a:ext cx="3017520" cy="393192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3. Load / Enter Secret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926080"/>
            <a:ext cx="3017520" cy="393192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4. Read File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429000"/>
            <a:ext cx="3017520" cy="393192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5. Encrypt / Decrypt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931920"/>
            <a:ext cx="3017520" cy="393192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6. Save Output &amp; Display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434840"/>
            <a:ext cx="3017520" cy="393192"/>
          </a:xfrm>
          <a:prstGeom prst="roundRect">
            <a:avLst/>
          </a:prstGeom>
          <a:solidFill>
            <a:srgbClr val="FADAD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130759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181051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31343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281635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331927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3822191"/>
            <a:ext cx="0" cy="109729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4325112"/>
            <a:ext cx="0" cy="109728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67377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3200" dirty="0"/>
              <a:t>5. Understanding of Python Logic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D3817D-A704-58E1-84CD-15392DB8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10" y="1514168"/>
            <a:ext cx="6086167" cy="4001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6283-D822-BE33-7106-15D5C876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26981-E3F5-D1DE-32DF-850FD619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4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70068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 sz="2400" dirty="0"/>
              <a:t>7. GitHub Account, Repository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99719"/>
            <a:ext cx="7589520" cy="2115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Create GitHub Account – Set up a personal GitHub account.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Create Repository – Create a repository named File Encryption Decryption Tool.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Upload Code – Upload the Python source code and project files.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Meaningful Commits – Save changes with clear commit messages.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Collaboration – Share the repository when working as a team.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Individual Contribution – Each member contributes and commits their work.</a:t>
            </a:r>
          </a:p>
          <a:p>
            <a:pPr>
              <a:spcAft>
                <a:spcPts val="600"/>
              </a:spcAft>
              <a:defRPr sz="1450">
                <a:solidFill>
                  <a:srgbClr val="000000"/>
                </a:solidFill>
                <a:latin typeface="Arial"/>
              </a:defRPr>
            </a:pPr>
            <a:r>
              <a:rPr dirty="0"/>
              <a:t>• Track Changes – GitHub helps maintain different versions of the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4ADC-E02C-C115-E246-203F8EE44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73510" y="156651"/>
            <a:ext cx="8229600" cy="1143000"/>
          </a:xfrm>
        </p:spPr>
        <p:txBody>
          <a:bodyPr/>
          <a:lstStyle/>
          <a:p>
            <a:r>
              <a:rPr lang="en-IN" dirty="0"/>
              <a:t>8. Individual contribution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1F21F-73D7-1858-EFB0-60DC838FE0DC}"/>
              </a:ext>
            </a:extLst>
          </p:cNvPr>
          <p:cNvSpPr txBox="1"/>
          <p:nvPr/>
        </p:nvSpPr>
        <p:spPr>
          <a:xfrm>
            <a:off x="727587" y="2413337"/>
            <a:ext cx="64745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Developed the Python file encryption/decryption logic.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Worked on file handling and secret-key implementation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Tested encryption and decryption.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Prepared project documentation and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83405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t>10. Result / Expected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886200" cy="4297680"/>
          </a:xfrm>
          <a:prstGeom prst="round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1150">
                <a:solidFill>
                  <a:srgbClr val="000000"/>
                </a:solidFill>
                <a:latin typeface="Courier New"/>
              </a:defRPr>
            </a:pPr>
            <a:r>
              <a:rPr sz="1200" b="1" i="1" dirty="0">
                <a:latin typeface="Corbel" panose="020B0503020204020204" pitchFamily="34" charset="0"/>
              </a:rPr>
              <a:t>Input: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document.txt</a:t>
            </a:r>
            <a:br>
              <a:rPr sz="1200" b="1" i="1" dirty="0">
                <a:latin typeface="Corbel" panose="020B0503020204020204" pitchFamily="34" charset="0"/>
              </a:rPr>
            </a:b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Encryption: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E for Encryption or D for Decryption: E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file name: document.txt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File encrypted successfully.</a:t>
            </a:r>
            <a:br>
              <a:rPr sz="1200" b="1" i="1" dirty="0">
                <a:latin typeface="Corbel" panose="020B0503020204020204" pitchFamily="34" charset="0"/>
              </a:rPr>
            </a:b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Output: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 err="1">
                <a:latin typeface="Corbel" panose="020B0503020204020204" pitchFamily="34" charset="0"/>
              </a:rPr>
              <a:t>document.txt.encrypted</a:t>
            </a:r>
            <a:br>
              <a:rPr sz="1200" b="1" i="1" dirty="0">
                <a:latin typeface="Corbel" panose="020B0503020204020204" pitchFamily="34" charset="0"/>
              </a:rPr>
            </a:b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Decryption: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E for Encryption or D for Decryption: D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Enter encrypted file name: </a:t>
            </a:r>
            <a:r>
              <a:rPr sz="1200" b="1" i="1" dirty="0" err="1">
                <a:latin typeface="Corbel" panose="020B0503020204020204" pitchFamily="34" charset="0"/>
              </a:rPr>
              <a:t>document.txt.encrypted</a:t>
            </a:r>
            <a:br>
              <a:rPr sz="1200" b="1" i="1" dirty="0">
                <a:latin typeface="Corbel" panose="020B0503020204020204" pitchFamily="34" charset="0"/>
              </a:rPr>
            </a:br>
            <a:r>
              <a:rPr sz="1200" b="1" i="1" dirty="0">
                <a:latin typeface="Corbel" panose="020B0503020204020204" pitchFamily="34" charset="0"/>
              </a:rPr>
              <a:t>File decrypted successfully.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234440"/>
            <a:ext cx="2011680" cy="502920"/>
          </a:xfrm>
          <a:prstGeom prst="roundRect">
            <a:avLst/>
          </a:prstGeom>
          <a:solidFill>
            <a:srgbClr val="E0EFD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Original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92240" y="1737360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1984248"/>
            <a:ext cx="2011680" cy="502920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Encryption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487168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0" y="2738628"/>
            <a:ext cx="2011680" cy="502920"/>
          </a:xfrm>
          <a:prstGeom prst="roundRect">
            <a:avLst/>
          </a:prstGeom>
          <a:solidFill>
            <a:srgbClr val="FAF1C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Encrypted 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3236976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3483864"/>
            <a:ext cx="2011680" cy="502920"/>
          </a:xfrm>
          <a:prstGeom prst="roundRect">
            <a:avLst/>
          </a:prstGeom>
          <a:solidFill>
            <a:srgbClr val="DDEA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Decryption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3986784"/>
            <a:ext cx="0" cy="228600"/>
          </a:xfrm>
          <a:prstGeom prst="line">
            <a:avLst/>
          </a:prstGeom>
          <a:ln w="1270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0" y="4233672"/>
            <a:ext cx="2011680" cy="502920"/>
          </a:xfrm>
          <a:prstGeom prst="roundRect">
            <a:avLst/>
          </a:prstGeom>
          <a:solidFill>
            <a:srgbClr val="E0EFD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Original Restored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8742" y="5617661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rPr dirty="0"/>
              <a:t>Result: File encryption and decryption are successfully demonstrated using Python.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E1744E-4DEE-A405-BC62-C80DA1423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415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6304" y="146304"/>
            <a:ext cx="8851392" cy="6510528"/>
          </a:xfrm>
          <a:prstGeom prst="rect">
            <a:avLst/>
          </a:prstGeom>
          <a:noFill/>
          <a:ln w="8890">
            <a:solidFill>
              <a:srgbClr val="8BB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46304" y="6400800"/>
            <a:ext cx="8851392" cy="256032"/>
          </a:xfrm>
          <a:prstGeom prst="rect">
            <a:avLst/>
          </a:prstGeom>
          <a:solidFill>
            <a:srgbClr val="8BB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19088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781</Words>
  <Application>Microsoft Office PowerPoint</Application>
  <PresentationFormat>On-screen Show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Individual contribution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Mehzabin</dc:creator>
  <cp:keywords/>
  <dc:description>generated using python-pptx</dc:description>
  <cp:lastModifiedBy>Mehzabin Chhaware</cp:lastModifiedBy>
  <cp:revision>3</cp:revision>
  <dcterms:created xsi:type="dcterms:W3CDTF">2013-01-27T09:14:16Z</dcterms:created>
  <dcterms:modified xsi:type="dcterms:W3CDTF">2026-08-20T15:14:37Z</dcterms:modified>
  <cp:category/>
</cp:coreProperties>
</file>